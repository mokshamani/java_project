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049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80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703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65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143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014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7883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75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862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37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38122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6151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854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2385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432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9741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477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2EEA68-9E80-403B-BE7B-39AB2D702D6A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3524985-8DF7-40A7-9A2E-FDE3AC6769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230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7DD3E-DE54-8CAE-EA76-6CE1A2DFA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1162300"/>
          </a:xfrm>
        </p:spPr>
        <p:txBody>
          <a:bodyPr/>
          <a:lstStyle/>
          <a:p>
            <a:r>
              <a:rPr lang="en-IN" b="1" dirty="0"/>
              <a:t>PUZZLE GAME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09543-B4DE-24EA-5B52-96FF7C6AF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328" y="3604438"/>
            <a:ext cx="9070848" cy="1860697"/>
          </a:xfrm>
        </p:spPr>
        <p:txBody>
          <a:bodyPr>
            <a:noAutofit/>
          </a:bodyPr>
          <a:lstStyle/>
          <a:p>
            <a:r>
              <a:rPr lang="en-US" sz="1400" b="1" dirty="0">
                <a:highlight>
                  <a:srgbClr val="C0C0C0"/>
                </a:highlight>
              </a:rPr>
              <a:t>TEAM MEMBERS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MOKSHA MANI – 1RUA24SCS0060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ROSHAN M – 1RUA24SCS0056</a:t>
            </a:r>
          </a:p>
          <a:p>
            <a:r>
              <a:rPr lang="en-US" sz="1400" b="1" dirty="0">
                <a:highlight>
                  <a:srgbClr val="C0C0C0"/>
                </a:highlight>
              </a:rPr>
              <a:t>KOUSIC P -1RUA24SCS0051</a:t>
            </a:r>
          </a:p>
          <a:p>
            <a:r>
              <a:rPr lang="en-US" sz="1400" b="1" dirty="0"/>
              <a:t>DILIP KUMAR J -1RUA24SCS0033</a:t>
            </a:r>
            <a:br>
              <a:rPr lang="en-US" sz="1400" b="1" dirty="0">
                <a:latin typeface="Algerian" panose="04020705040A02060702" pitchFamily="82" charset="0"/>
              </a:rPr>
            </a:br>
            <a:br>
              <a:rPr lang="en-US" sz="1400" b="1" dirty="0">
                <a:latin typeface="Algerian" panose="04020705040A02060702" pitchFamily="82" charset="0"/>
              </a:rPr>
            </a:b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60206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3A74-1707-45F5-007C-0BDAA18DE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PROJECT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EB007C-16CA-8B98-F27F-461390A69E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66543"/>
            <a:ext cx="10428514" cy="28695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dirty="0"/>
              <a:t>In today’s digital world, puzzle games are a popular way to </a:t>
            </a:r>
            <a:r>
              <a:rPr lang="en-US" sz="1800" b="1" dirty="0"/>
              <a:t>enhance logical thinking, memory, and focus</a:t>
            </a:r>
            <a:r>
              <a:rPr lang="en-US" sz="1800" dirty="0"/>
              <a:t>. However, many existing puzzle games are either web-based or mobile-based, and often lack simplicity for desktop environments.</a:t>
            </a:r>
          </a:p>
          <a:p>
            <a:r>
              <a:rPr lang="en-US" sz="1800" dirty="0"/>
              <a:t>This project aims to develop a </a:t>
            </a:r>
            <a:r>
              <a:rPr lang="en-US" sz="1800" b="1" dirty="0"/>
              <a:t>Cartoon Image Puzzle Game</a:t>
            </a:r>
            <a:r>
              <a:rPr lang="en-US" sz="1800" dirty="0"/>
              <a:t> using </a:t>
            </a:r>
            <a:r>
              <a:rPr lang="en-US" sz="1800" b="1" dirty="0"/>
              <a:t>JavaFX</a:t>
            </a:r>
            <a:r>
              <a:rPr lang="en-US" sz="1800" dirty="0"/>
              <a:t>, where a single image is divided into multiple tiles and shuffled.</a:t>
            </a:r>
            <a:br>
              <a:rPr lang="en-US" sz="1800" dirty="0"/>
            </a:br>
            <a:r>
              <a:rPr lang="en-US" sz="1800" dirty="0"/>
              <a:t>The user’s goal is to rearrange the tiles by sliding them into the blank space until the original image is restored.</a:t>
            </a:r>
          </a:p>
          <a:p>
            <a:r>
              <a:rPr lang="en-US" sz="1800" dirty="0"/>
              <a:t>The project demonstrates </a:t>
            </a:r>
            <a:r>
              <a:rPr lang="en-US" sz="1800" b="1" dirty="0"/>
              <a:t>image processing, user interaction handling, and GUI design</a:t>
            </a:r>
            <a:r>
              <a:rPr lang="en-US" sz="1800" dirty="0"/>
              <a:t> within JavaFX — offering both educational and entertainment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181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B77CC-A58D-D633-202B-B511A793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7AFF0-47FD-C895-9D6B-ED4EB6F6F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a given image into </a:t>
            </a:r>
            <a:r>
              <a:rPr lang="en-US" b="1" dirty="0"/>
              <a:t>3x3 tiles</a:t>
            </a:r>
            <a:r>
              <a:rPr lang="en-US" dirty="0"/>
              <a:t> (9 pieces).</a:t>
            </a:r>
          </a:p>
          <a:p>
            <a:r>
              <a:rPr lang="en-US" dirty="0"/>
              <a:t>One tile remains </a:t>
            </a:r>
            <a:r>
              <a:rPr lang="en-US" b="1" dirty="0"/>
              <a:t>blank</a:t>
            </a:r>
            <a:r>
              <a:rPr lang="en-US" dirty="0"/>
              <a:t> to allow movement.</a:t>
            </a:r>
          </a:p>
          <a:p>
            <a:r>
              <a:rPr lang="en-US" b="1" dirty="0"/>
              <a:t>Click on adjacent tiles</a:t>
            </a:r>
            <a:r>
              <a:rPr lang="en-US" dirty="0"/>
              <a:t> to move them into the blank space.</a:t>
            </a:r>
          </a:p>
          <a:p>
            <a:r>
              <a:rPr lang="en-US" dirty="0"/>
              <a:t>Includes a </a:t>
            </a:r>
            <a:r>
              <a:rPr lang="en-US" b="1" dirty="0"/>
              <a:t>Shuffle</a:t>
            </a:r>
            <a:r>
              <a:rPr lang="en-US" dirty="0"/>
              <a:t> button to randomize the puzzle.</a:t>
            </a:r>
          </a:p>
          <a:p>
            <a:r>
              <a:rPr lang="en-US" dirty="0"/>
              <a:t>Displays a </a:t>
            </a:r>
            <a:r>
              <a:rPr lang="en-US" b="1" dirty="0"/>
              <a:t>congratulations alert</a:t>
            </a:r>
            <a:r>
              <a:rPr lang="en-US" dirty="0"/>
              <a:t> upon completion.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935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1B23A-E443-94AA-04AE-A4A9B3227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C38ADD-6CBA-8CD3-E8A8-21DAABEA1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Programming Language:</a:t>
            </a:r>
            <a:r>
              <a:rPr lang="en-IN" dirty="0"/>
              <a:t> Java</a:t>
            </a:r>
          </a:p>
          <a:p>
            <a:r>
              <a:rPr lang="en-IN" b="1" dirty="0"/>
              <a:t>Framework:</a:t>
            </a:r>
            <a:r>
              <a:rPr lang="en-IN" dirty="0"/>
              <a:t> JavaFX</a:t>
            </a:r>
          </a:p>
          <a:p>
            <a:r>
              <a:rPr lang="en-IN" b="1" dirty="0"/>
              <a:t>IDE:</a:t>
            </a:r>
            <a:r>
              <a:rPr lang="en-IN" dirty="0"/>
              <a:t> IntelliJ IDEA / Eclipse</a:t>
            </a:r>
          </a:p>
          <a:p>
            <a:r>
              <a:rPr lang="en-IN" b="1" dirty="0"/>
              <a:t>Styling:</a:t>
            </a:r>
            <a:r>
              <a:rPr lang="en-IN" dirty="0"/>
              <a:t> CSS for gradient background, buttons, and effects</a:t>
            </a:r>
          </a:p>
          <a:p>
            <a:r>
              <a:rPr lang="en-IN" b="1" dirty="0"/>
              <a:t>Image Processing:</a:t>
            </a:r>
            <a:r>
              <a:rPr lang="en-IN" dirty="0"/>
              <a:t> JavaFX Image, </a:t>
            </a:r>
            <a:r>
              <a:rPr lang="en-IN" dirty="0" err="1"/>
              <a:t>ImageView</a:t>
            </a:r>
            <a:r>
              <a:rPr lang="en-IN" dirty="0"/>
              <a:t>, and Rectangle2D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56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26592-5C7A-CFAE-984B-C8B4014E9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DESIGN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0E294-EFB0-740E-9B83-4ACF948614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GridPane</a:t>
            </a:r>
            <a:r>
              <a:rPr lang="en-IN" dirty="0"/>
              <a:t> – holds puzzle tiles in a 3x3 layout.</a:t>
            </a:r>
          </a:p>
          <a:p>
            <a:r>
              <a:rPr lang="en-IN" b="1" dirty="0" err="1"/>
              <a:t>ImageView</a:t>
            </a:r>
            <a:r>
              <a:rPr lang="en-IN" dirty="0"/>
              <a:t> – displays cropped sections of the image.</a:t>
            </a:r>
          </a:p>
          <a:p>
            <a:r>
              <a:rPr lang="en-IN" b="1" dirty="0" err="1"/>
              <a:t>VBox</a:t>
            </a:r>
            <a:r>
              <a:rPr lang="en-IN" dirty="0"/>
              <a:t> – organizes layout vertically (Grid + Buttons).</a:t>
            </a:r>
          </a:p>
          <a:p>
            <a:r>
              <a:rPr lang="en-IN" b="1" dirty="0"/>
              <a:t>Event Handlers</a:t>
            </a:r>
            <a:r>
              <a:rPr lang="en-IN" dirty="0"/>
              <a:t> – for tile click and shuffle actions.</a:t>
            </a:r>
          </a:p>
          <a:p>
            <a:r>
              <a:rPr lang="en-IN" b="1" dirty="0"/>
              <a:t>Logic Functions</a:t>
            </a:r>
            <a:r>
              <a:rPr lang="en-IN" dirty="0"/>
              <a:t> – check adjacency and puzzle completion.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1681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B393C-0F98-C0CC-B657-3A3178280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GAME LOGIC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95BBF-9471-A554-9E4B-7F56BE4A9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game logic is based on the </a:t>
            </a:r>
            <a:r>
              <a:rPr lang="en-US" b="1" dirty="0"/>
              <a:t>sliding puzzle concept</a:t>
            </a:r>
            <a:r>
              <a:rPr lang="en-US" dirty="0"/>
              <a:t>, where tiles move only if they are adjacent to the blank space.</a:t>
            </a:r>
            <a:br>
              <a:rPr lang="en-US" dirty="0"/>
            </a:br>
            <a:r>
              <a:rPr lang="en-US" dirty="0"/>
              <a:t>The image is divided into equal tiles and stored in a list along with the correct order.</a:t>
            </a:r>
            <a:br>
              <a:rPr lang="en-US" dirty="0"/>
            </a:br>
            <a:r>
              <a:rPr lang="en-US" dirty="0"/>
              <a:t>When a tile is clicked, the program checks adjacency and swaps it with the blank tile if valid.</a:t>
            </a:r>
            <a:br>
              <a:rPr lang="en-US" dirty="0"/>
            </a:br>
            <a:r>
              <a:rPr lang="en-US" dirty="0"/>
              <a:t>After each move, the program compares the current and correct orders to detect completion.</a:t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shuffle feature</a:t>
            </a:r>
            <a:r>
              <a:rPr lang="en-US" dirty="0"/>
              <a:t> randomizes tiles at the start, ensuring a new challenge each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5767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59FCA-B70A-A2A6-C600-2E61E1053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Outcome and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A82F0-28DB-8A59-0DD3-97098EE67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Learned JavaFX UI Design and event-driven programming.</a:t>
            </a:r>
          </a:p>
          <a:p>
            <a:r>
              <a:rPr lang="en-IN" dirty="0"/>
              <a:t> Applied image slicing and layout management in </a:t>
            </a:r>
            <a:r>
              <a:rPr lang="en-IN" dirty="0" err="1"/>
              <a:t>GridPane</a:t>
            </a:r>
            <a:r>
              <a:rPr lang="en-IN" dirty="0"/>
              <a:t>.</a:t>
            </a:r>
          </a:p>
          <a:p>
            <a:r>
              <a:rPr lang="en-IN" dirty="0"/>
              <a:t> Enhanced UI with CSS gradients and effects.</a:t>
            </a:r>
          </a:p>
          <a:p>
            <a:r>
              <a:rPr lang="en-IN" dirty="0"/>
              <a:t> Built a </a:t>
            </a:r>
            <a:r>
              <a:rPr lang="en-IN" b="1" dirty="0"/>
              <a:t>fun, interactive desktop game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1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E3F8-CBC4-B234-3838-000741977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983874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</TotalTime>
  <Words>415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Algerian</vt:lpstr>
      <vt:lpstr>Arial</vt:lpstr>
      <vt:lpstr>Garamond</vt:lpstr>
      <vt:lpstr>Organic</vt:lpstr>
      <vt:lpstr>PUZZLE GAME</vt:lpstr>
      <vt:lpstr>PROJECT OVERVIEW</vt:lpstr>
      <vt:lpstr>KEY FEATURES</vt:lpstr>
      <vt:lpstr>TECHNOLOGIES USED </vt:lpstr>
      <vt:lpstr>SYSTEM DESIGN</vt:lpstr>
      <vt:lpstr>GAME LOGIC </vt:lpstr>
      <vt:lpstr>Outcome and Learnings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Kousic P</dc:creator>
  <cp:lastModifiedBy>Kousic P</cp:lastModifiedBy>
  <cp:revision>1</cp:revision>
  <dcterms:created xsi:type="dcterms:W3CDTF">2025-11-11T03:50:06Z</dcterms:created>
  <dcterms:modified xsi:type="dcterms:W3CDTF">2025-11-11T04:11:27Z</dcterms:modified>
</cp:coreProperties>
</file>